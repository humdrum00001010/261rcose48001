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A59B6A-E2B9-4099-BB78-5DCEBD5353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pple SD Gothic Neo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pple SD Gothic Neo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ple SD Gothic Ne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pple SD Gothic Ne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pple SD Gothic Neo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pple SD Gothic Neo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pple SD Gothic Neo"/>
              </a:defRPr>
            </a:lvl1pPr>
          </a:lstStyle>
          <a:p>
            <a:pPr indent="0" algn="r">
              <a:buNone/>
            </a:pPr>
            <a:fld id="{26AF01FB-6E8B-4252-855C-5D846F7301C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pple SD Gothic Neo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pple SD Gothic Ne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Box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ECRITS_PPTX_ORIGINAL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LibreOffice/26.8.0.0.alpha1$MacOSX_AARCH64 LibreOffice_project/6c72e455c1d79c17cde28bfe761f3b71a651382e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ko-KR</dc:language>
  <cp:lastModifiedBy/>
  <cp:revision>0</cp:revision>
  <dc:subject/>
  <dc:title/>
</cp:coreProperties>
</file>